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22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81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35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95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03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31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87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7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73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681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1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4AFA8-8AA8-4138-8C1D-5B681530461C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81F75-662B-4180-98E3-8576F21E5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3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47"/>
            <a:ext cx="6361114" cy="5081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2799" y="191158"/>
            <a:ext cx="492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후보키</a:t>
            </a:r>
            <a:endParaRPr lang="en-US" altLang="ko-KR" dirty="0" smtClean="0"/>
          </a:p>
          <a:p>
            <a:r>
              <a:rPr lang="en-US" altLang="ko-KR" dirty="0" smtClean="0"/>
              <a:t>1: SHIPNAME-&gt; SHIPTYPE</a:t>
            </a:r>
          </a:p>
          <a:p>
            <a:r>
              <a:rPr lang="en-US" altLang="ko-KR" dirty="0" smtClean="0"/>
              <a:t>2 VOYAGEID-&gt; SHIPNAME, CARGO</a:t>
            </a:r>
          </a:p>
          <a:p>
            <a:r>
              <a:rPr lang="en-US" altLang="ko-KR" dirty="0" smtClean="0"/>
              <a:t>3SHIPNAME, DATE-&gt;VOYAGEID, PORT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892798" y="1637613"/>
            <a:ext cx="5367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</a:t>
            </a:r>
            <a:r>
              <a:rPr lang="en-US" altLang="ko-KR" dirty="0" smtClean="0"/>
              <a:t>2 </a:t>
            </a:r>
            <a:r>
              <a:rPr lang="ko-KR" altLang="en-US" dirty="0" err="1" smtClean="0"/>
              <a:t>정규형</a:t>
            </a:r>
            <a:endParaRPr lang="en-US" altLang="ko-KR" dirty="0" smtClean="0"/>
          </a:p>
          <a:p>
            <a:r>
              <a:rPr lang="en-US" altLang="ko-KR" dirty="0" smtClean="0"/>
              <a:t>1: SHIP(SHIPNAME PK, SHIPTYPE)</a:t>
            </a:r>
          </a:p>
          <a:p>
            <a:r>
              <a:rPr lang="en-US" altLang="ko-KR" dirty="0" smtClean="0"/>
              <a:t>2: VOYAGE(VOYAGEID PK, SHIPNAME FK, CARGO)</a:t>
            </a:r>
          </a:p>
          <a:p>
            <a:r>
              <a:rPr lang="en-US" altLang="ko-KR" dirty="0" smtClean="0"/>
              <a:t>3: SCHEDULE(SHIPNAME PK, DATA PK, VOYAGE FK, PORT)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92797" y="3361067"/>
            <a:ext cx="5367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</a:t>
            </a:r>
            <a:r>
              <a:rPr lang="en-US" altLang="ko-KR" dirty="0"/>
              <a:t>3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정규형</a:t>
            </a:r>
            <a:endParaRPr lang="en-US" altLang="ko-KR" dirty="0" smtClean="0"/>
          </a:p>
          <a:p>
            <a:r>
              <a:rPr lang="en-US" altLang="ko-KR" dirty="0" smtClean="0"/>
              <a:t>1:SHIP(SHIPNAME, SHIPTYPE)</a:t>
            </a:r>
          </a:p>
          <a:p>
            <a:r>
              <a:rPr lang="en-US" altLang="ko-KR" dirty="0" smtClean="0"/>
              <a:t>2:VOYAGE(VOYAGEID, SHIPNAME, CARGO)</a:t>
            </a:r>
          </a:p>
          <a:p>
            <a:r>
              <a:rPr lang="en-US" altLang="ko-KR" dirty="0" smtClean="0"/>
              <a:t>3:VOYAGEPORT(VOYAGEID PK, DATE PK, PORT)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92797" y="4807522"/>
            <a:ext cx="5367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BCNF</a:t>
            </a:r>
            <a:r>
              <a:rPr lang="ko-KR" altLang="en-US" dirty="0" smtClean="0"/>
              <a:t>정규화</a:t>
            </a:r>
            <a:endParaRPr lang="en-US" altLang="ko-KR" dirty="0" smtClean="0"/>
          </a:p>
          <a:p>
            <a:r>
              <a:rPr lang="en-US" altLang="ko-KR" dirty="0" smtClean="0"/>
              <a:t>Ship(</a:t>
            </a:r>
            <a:r>
              <a:rPr lang="en-US" altLang="ko-KR" dirty="0" err="1" smtClean="0"/>
              <a:t>shipname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shiptype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Voyage(</a:t>
            </a:r>
            <a:r>
              <a:rPr lang="en-US" altLang="ko-KR" dirty="0" err="1" smtClean="0"/>
              <a:t>voyageid</a:t>
            </a:r>
            <a:r>
              <a:rPr lang="en-US" altLang="ko-KR" dirty="0"/>
              <a:t>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shipname</a:t>
            </a:r>
            <a:r>
              <a:rPr lang="en-US" altLang="ko-KR" dirty="0" smtClean="0"/>
              <a:t> </a:t>
            </a:r>
            <a:r>
              <a:rPr lang="ko-KR" altLang="en-US" dirty="0" smtClean="0"/>
              <a:t>라</a:t>
            </a:r>
            <a:r>
              <a:rPr lang="en-US" altLang="ko-KR" dirty="0" smtClean="0"/>
              <a:t>, cargo)</a:t>
            </a:r>
          </a:p>
          <a:p>
            <a:r>
              <a:rPr lang="en-US" altLang="ko-KR" dirty="0" err="1" smtClean="0"/>
              <a:t>Voyageport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voyageid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date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port)</a:t>
            </a:r>
          </a:p>
        </p:txBody>
      </p:sp>
    </p:spTree>
    <p:extLst>
      <p:ext uri="{BB962C8B-B14F-4D97-AF65-F5344CB8AC3E}">
        <p14:creationId xmlns:p14="http://schemas.microsoft.com/office/powerpoint/2010/main" val="476706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92799" y="191158"/>
            <a:ext cx="492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함수 종속성</a:t>
            </a:r>
            <a:endParaRPr lang="en-US" altLang="ko-KR" dirty="0" smtClean="0"/>
          </a:p>
          <a:p>
            <a:r>
              <a:rPr lang="en-US" altLang="ko-KR" dirty="0" err="1" smtClean="0"/>
              <a:t>Partnumber</a:t>
            </a:r>
            <a:r>
              <a:rPr lang="en-US" altLang="ko-KR" dirty="0" smtClean="0"/>
              <a:t>-&gt;description</a:t>
            </a:r>
          </a:p>
          <a:p>
            <a:r>
              <a:rPr lang="en-US" altLang="ko-KR" dirty="0" smtClean="0"/>
              <a:t>Supplier-&gt; </a:t>
            </a:r>
            <a:r>
              <a:rPr lang="en-US" altLang="ko-KR" dirty="0" err="1" smtClean="0"/>
              <a:t>suppaddress</a:t>
            </a:r>
            <a:endParaRPr lang="en-US" altLang="ko-KR" dirty="0" smtClean="0"/>
          </a:p>
          <a:p>
            <a:r>
              <a:rPr lang="en-US" altLang="ko-KR" dirty="0" err="1" smtClean="0"/>
              <a:t>Partnumber</a:t>
            </a:r>
            <a:r>
              <a:rPr lang="en-US" altLang="ko-KR" dirty="0" smtClean="0"/>
              <a:t>, supplier-&gt;price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892796" y="1925480"/>
            <a:ext cx="5367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정규형</a:t>
            </a:r>
            <a:endParaRPr lang="en-US" altLang="ko-KR" dirty="0" smtClean="0"/>
          </a:p>
          <a:p>
            <a:r>
              <a:rPr lang="en-US" altLang="ko-KR" dirty="0" smtClean="0"/>
              <a:t>1</a:t>
            </a:r>
            <a:r>
              <a:rPr lang="ko-KR" altLang="en-US" dirty="0" err="1" smtClean="0"/>
              <a:t>정규형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92797" y="3361067"/>
            <a:ext cx="5367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릴레이션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정규형</a:t>
            </a:r>
            <a:endParaRPr lang="en-US" altLang="ko-KR" dirty="0" smtClean="0"/>
          </a:p>
          <a:p>
            <a:r>
              <a:rPr lang="en-US" altLang="ko-KR" dirty="0" smtClean="0"/>
              <a:t>R1= 1nf</a:t>
            </a:r>
          </a:p>
          <a:p>
            <a:r>
              <a:rPr lang="en-US" altLang="ko-KR" dirty="0" smtClean="0"/>
              <a:t>R2= </a:t>
            </a:r>
            <a:r>
              <a:rPr lang="en-US" altLang="ko-KR" dirty="0" err="1" smtClean="0"/>
              <a:t>bcnf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92797" y="4807522"/>
            <a:ext cx="5367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릴레이션</a:t>
            </a:r>
            <a:r>
              <a:rPr lang="ko-KR" altLang="en-US" dirty="0" smtClean="0"/>
              <a:t> 분해</a:t>
            </a:r>
            <a:endParaRPr lang="en-US" altLang="ko-KR" dirty="0" smtClean="0"/>
          </a:p>
          <a:p>
            <a:r>
              <a:rPr lang="en-US" altLang="ko-KR" dirty="0" err="1" smtClean="0"/>
              <a:t>Partnumber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description</a:t>
            </a:r>
          </a:p>
          <a:p>
            <a:r>
              <a:rPr lang="en-US" altLang="ko-KR" dirty="0" err="1" smtClean="0"/>
              <a:t>Partnumber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supplier </a:t>
            </a:r>
            <a:r>
              <a:rPr lang="en-US" altLang="ko-KR" dirty="0" err="1" smtClean="0"/>
              <a:t>pk</a:t>
            </a:r>
            <a:r>
              <a:rPr lang="en-US" altLang="ko-KR" dirty="0" smtClean="0"/>
              <a:t>, price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351"/>
            <a:ext cx="51625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9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133</Words>
  <Application>Microsoft Office PowerPoint</Application>
  <PresentationFormat>와이드스크린</PresentationFormat>
  <Paragraphs>28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cyci</dc:creator>
  <cp:lastModifiedBy>cyci</cp:lastModifiedBy>
  <cp:revision>3</cp:revision>
  <dcterms:created xsi:type="dcterms:W3CDTF">2025-07-23T06:09:58Z</dcterms:created>
  <dcterms:modified xsi:type="dcterms:W3CDTF">2025-07-23T06:20:13Z</dcterms:modified>
</cp:coreProperties>
</file>